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55" d="100"/>
          <a:sy n="55" d="100"/>
        </p:scale>
        <p:origin x="1073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1382-236F-B75E-FEC6-D63B8D249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3EB0B-3A99-A409-D146-58EE81C3F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E8A3E-39AD-A611-EB78-085327BC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09BC5-29F1-290A-A52B-3EAC9B23B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5972A-859A-E0D9-37A6-D41A48AD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43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8F97-35DC-4E42-3DF0-88C865F3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B8DB-451C-0920-617B-AA1FBEEA2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0AD98-5657-6106-BFB7-9157EFA4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9CA0-7164-463F-5A20-21B72E38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68B9-9C76-DAE0-AC83-DBBFF949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67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0BBB-A2B8-4C25-4562-9E8CD28A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67903-3282-96AF-EB9F-10818B18E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31109-01F1-135F-B59E-4A955750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B3A5F-02E0-AB65-9DDB-A2E30A16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E3B1-7E2D-7FA3-D485-9E3CE928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10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BE312-3067-E2E9-55E7-DE096C91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80B6A-1E0A-4B3B-7837-B48FB1BB1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51B41-2011-8D54-1EA0-A53CA13A4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13A4C-B99D-8E71-64D3-1A932B518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9D16F-FC61-CB77-7B3E-542DBC56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6EBA3-9317-7C1D-3B98-677C70EF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79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C44A-48EF-D168-64CE-A603A811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48F82-8638-5D7B-426D-FECB852A6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58AD4-47C9-7F3F-5498-6F474AB4F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0633B-5EDA-4E97-97E4-6C4729DA7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08BBA-3A70-5219-0338-CE9C0478C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CFC24-DEE2-80A8-C985-9766A7E6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C69CE-BDA3-431A-DFF2-05873EDF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9F229-8421-A0CC-F619-6C9B1B4A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44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B241-2860-A0BB-5F86-726BBC16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35FB0-367E-CB06-9D01-58329BB4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B75DA-78A8-5EAC-491C-43FE36D7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8799E-E035-01E2-644D-367E41E3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1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CB3A0-8A07-392E-F26C-397EA87F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1E06A-6C9D-F468-C332-CB3B8622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3A239-96DC-6840-D608-8A9DBC77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35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03882-AAEB-C43D-0BFD-488C07B5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85E06-DC2A-98A9-1D2A-B07F17DD0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873C3-3E9F-FBF0-36FB-5E549E906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F60FE-5423-F8BB-47A2-D8DEDABDB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4AE98-76CF-90A2-FDDA-90F6C2426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7E5D5-A033-D2B8-2ABB-E0AC25E9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35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9E3F-3FF3-3CCE-21FC-811F6A3F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1C28F-2942-AA04-7429-F2DF85E23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E8E9D-00BD-6DAB-82C6-80F33BBFF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6F064-E175-54DD-8153-4A4ED1C5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2D197-C830-3648-A7C5-1C3EC829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F0D44-42F2-165C-850D-2F3E25F24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819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BC34-BCDF-15AA-EE4B-819C9D977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E3FD3-77F9-1E0F-9A05-2E18C3880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42B54-CD7C-E75C-9ECA-3184635BF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2612A-CE1D-4151-A7AB-CE496E2D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8BA33-F61A-F9B6-8600-35E13957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0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4F5C1-694C-9977-C23A-921FD5CC2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C1BAF-6870-98F2-395A-F08D27684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5FDE-E1EB-646D-8731-0F31CD50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EF85A-C79B-AF3F-F023-0524CCE7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72414-D788-E45B-2780-B0FAD324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40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32D0F-D060-A5AC-1F75-6BC2FC75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E010D-BC94-0CD0-D3A0-E712BC39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28833-B3D5-D124-A8A7-77B81FDEB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34F892-8A55-49AB-8AC7-751B7E591C0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BB17-54B7-A0C0-7C1A-BB07F1B7F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B8C45-10CB-EFC5-9EF5-91BFE4C02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0ACDE-EF01-4606-A5D8-5C1755947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13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8E26-D005-6A10-FFE1-FBD25771F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Morning Assembly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8D008-EEAA-646F-C709-D6FDE119EF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D24C3-7042-DA40-4821-C0B70A1FF547}"/>
              </a:ext>
            </a:extLst>
          </p:cNvPr>
          <p:cNvSpPr txBox="1"/>
          <p:nvPr/>
        </p:nvSpPr>
        <p:spPr>
          <a:xfrm>
            <a:off x="10751127" y="6611779"/>
            <a:ext cx="22790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By:- Praveer Sharma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67706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>
            <a:extLst>
              <a:ext uri="{FF2B5EF4-FFF2-40B4-BE49-F238E27FC236}">
                <a16:creationId xmlns:a16="http://schemas.microsoft.com/office/drawing/2014/main" id="{3287B957-9D1B-6C31-0AFD-A4951A8FA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596FB3-58DD-91B6-310D-E5F2F051C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90945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8ADD9A-5477-2D93-B319-F99B7772D766}"/>
              </a:ext>
            </a:extLst>
          </p:cNvPr>
          <p:cNvSpPr txBox="1"/>
          <p:nvPr/>
        </p:nvSpPr>
        <p:spPr>
          <a:xfrm>
            <a:off x="3595253" y="110836"/>
            <a:ext cx="50014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MORNING PRAYER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322515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0BAF-BF72-BFD2-AC95-63BEBC19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>
            <a:extLst>
              <a:ext uri="{FF2B5EF4-FFF2-40B4-BE49-F238E27FC236}">
                <a16:creationId xmlns:a16="http://schemas.microsoft.com/office/drawing/2014/main" id="{0B95D296-B9FF-5ECE-0F62-053577178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7,172 Newspaper Ad Stock Photos, High ...">
            <a:extLst>
              <a:ext uri="{FF2B5EF4-FFF2-40B4-BE49-F238E27FC236}">
                <a16:creationId xmlns:a16="http://schemas.microsoft.com/office/drawing/2014/main" id="{A0AD77D8-8C0E-D52A-5CB2-FD875C350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3CF0FD-F123-8CDD-67A0-7E313AC07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087933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INTERNATIONAL</a:t>
                      </a: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NEWS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SPORTS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NEWS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NATIONAL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NEWS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CAMPUS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NEWS</a:t>
                      </a:r>
                      <a:endParaRPr lang="en-IN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5C0EB9-AAA0-1AD1-4C38-BF454A99BF60}"/>
              </a:ext>
            </a:extLst>
          </p:cNvPr>
          <p:cNvSpPr txBox="1"/>
          <p:nvPr/>
        </p:nvSpPr>
        <p:spPr>
          <a:xfrm>
            <a:off x="5181596" y="242454"/>
            <a:ext cx="18288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NEWS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459254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80F9-CA56-974C-87BA-2335DDA6E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 hidden="1">
            <a:extLst>
              <a:ext uri="{FF2B5EF4-FFF2-40B4-BE49-F238E27FC236}">
                <a16:creationId xmlns:a16="http://schemas.microsoft.com/office/drawing/2014/main" id="{C1350F6F-C993-907E-57DA-0FEC8B3C6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ahoot! and Formative | USU">
            <a:extLst>
              <a:ext uri="{FF2B5EF4-FFF2-40B4-BE49-F238E27FC236}">
                <a16:creationId xmlns:a16="http://schemas.microsoft.com/office/drawing/2014/main" id="{D7408304-58F4-515B-8A31-6DA5DCD67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2282"/>
          </a:xfrm>
          <a:prstGeom prst="rect">
            <a:avLst/>
          </a:prstGeom>
        </p:spPr>
      </p:pic>
      <p:pic>
        <p:nvPicPr>
          <p:cNvPr id="6" name="Picture 5" descr="7,172 Newspaper Ad Stock Photos, High ..." hidden="1">
            <a:extLst>
              <a:ext uri="{FF2B5EF4-FFF2-40B4-BE49-F238E27FC236}">
                <a16:creationId xmlns:a16="http://schemas.microsoft.com/office/drawing/2014/main" id="{4ACEB189-B4E8-475B-EB29-ABC1BD191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E9831A-B615-ECCA-C8DD-5532E586F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27625"/>
              </p:ext>
            </p:extLst>
          </p:nvPr>
        </p:nvGraphicFramePr>
        <p:xfrm>
          <a:off x="0" y="0"/>
          <a:ext cx="12067312" cy="692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968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20968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20968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20968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20968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20968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41504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43394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7A22E8-B8B3-21C0-43AB-7B1F81631593}"/>
              </a:ext>
            </a:extLst>
          </p:cNvPr>
          <p:cNvSpPr txBox="1"/>
          <p:nvPr/>
        </p:nvSpPr>
        <p:spPr>
          <a:xfrm>
            <a:off x="5181596" y="242454"/>
            <a:ext cx="18288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QUIZ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37545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7659-C17B-E717-5775-E5ADF8C44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 hidden="1">
            <a:extLst>
              <a:ext uri="{FF2B5EF4-FFF2-40B4-BE49-F238E27FC236}">
                <a16:creationId xmlns:a16="http://schemas.microsoft.com/office/drawing/2014/main" id="{9A39A228-1DCA-9758-5FAB-48E69682D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ahoot! and Formative | USU">
            <a:extLst>
              <a:ext uri="{FF2B5EF4-FFF2-40B4-BE49-F238E27FC236}">
                <a16:creationId xmlns:a16="http://schemas.microsoft.com/office/drawing/2014/main" id="{C4DE04C1-7502-4832-2591-BFA5FCB1C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2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EF23FE-3ECD-4B0F-2784-CA1FD792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2000" cy="6920345"/>
          </a:xfrm>
          <a:prstGeom prst="rect">
            <a:avLst/>
          </a:prstGeom>
        </p:spPr>
      </p:pic>
      <p:pic>
        <p:nvPicPr>
          <p:cNvPr id="6" name="Picture 5" descr="7,172 Newspaper Ad Stock Photos, High ..." hidden="1">
            <a:extLst>
              <a:ext uri="{FF2B5EF4-FFF2-40B4-BE49-F238E27FC236}">
                <a16:creationId xmlns:a16="http://schemas.microsoft.com/office/drawing/2014/main" id="{50F77C84-F993-48F6-0C5E-BC146D7768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2964AE-8F8B-578A-1ABE-9B6D571ED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543422"/>
              </p:ext>
            </p:extLst>
          </p:nvPr>
        </p:nvGraphicFramePr>
        <p:xfrm>
          <a:off x="0" y="0"/>
          <a:ext cx="12191998" cy="692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750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59498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43394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br>
                        <a:rPr lang="hi-IN" dirty="0"/>
                      </a:br>
                      <a:r>
                        <a:rPr lang="en-US" dirty="0"/>
                        <a:t>‘</a:t>
                      </a:r>
                      <a:r>
                        <a:rPr lang="hi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विद्या ददाति विनयं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‘Knowledge gives humility’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49ACE20-A589-561A-4C28-CFD34EFDD55F}"/>
              </a:ext>
            </a:extLst>
          </p:cNvPr>
          <p:cNvSpPr txBox="1"/>
          <p:nvPr/>
        </p:nvSpPr>
        <p:spPr>
          <a:xfrm>
            <a:off x="4395354" y="166254"/>
            <a:ext cx="34012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Samarkan" panose="020B0500000000000000" pitchFamily="34" charset="0"/>
              </a:rPr>
              <a:t>Sanskrit Shlok</a:t>
            </a:r>
          </a:p>
          <a:p>
            <a:endParaRPr lang="en-IN" sz="4400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E60D988-DA2F-C7AB-F300-EB8622C2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87109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477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05E4-9965-E01D-1BDA-8AA2D8D88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 hidden="1">
            <a:extLst>
              <a:ext uri="{FF2B5EF4-FFF2-40B4-BE49-F238E27FC236}">
                <a16:creationId xmlns:a16="http://schemas.microsoft.com/office/drawing/2014/main" id="{E042E55E-0F79-9D4C-3E60-733748D89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ahoot! and Formative | USU" hidden="1">
            <a:extLst>
              <a:ext uri="{FF2B5EF4-FFF2-40B4-BE49-F238E27FC236}">
                <a16:creationId xmlns:a16="http://schemas.microsoft.com/office/drawing/2014/main" id="{0E0A5EBD-EA85-5606-0CF2-58461CA59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2282"/>
          </a:xfrm>
          <a:prstGeom prst="rect">
            <a:avLst/>
          </a:prstGeom>
        </p:spPr>
      </p:pic>
      <p:pic>
        <p:nvPicPr>
          <p:cNvPr id="5" name="Picture 4" hidden="1">
            <a:extLst>
              <a:ext uri="{FF2B5EF4-FFF2-40B4-BE49-F238E27FC236}">
                <a16:creationId xmlns:a16="http://schemas.microsoft.com/office/drawing/2014/main" id="{D1B7CAAF-DC43-FD47-4C82-DDA60B884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2000" cy="6920345"/>
          </a:xfrm>
          <a:prstGeom prst="rect">
            <a:avLst/>
          </a:prstGeom>
        </p:spPr>
      </p:pic>
      <p:pic>
        <p:nvPicPr>
          <p:cNvPr id="7" name="Picture 6" descr="How to Make a Skit: 13 Steps (with ...">
            <a:extLst>
              <a:ext uri="{FF2B5EF4-FFF2-40B4-BE49-F238E27FC236}">
                <a16:creationId xmlns:a16="http://schemas.microsoft.com/office/drawing/2014/main" id="{9ABD2958-253A-F28D-17D7-B147C24A6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76828"/>
            <a:ext cx="12192000" cy="6843518"/>
          </a:xfrm>
          <a:prstGeom prst="rect">
            <a:avLst/>
          </a:prstGeom>
        </p:spPr>
      </p:pic>
      <p:pic>
        <p:nvPicPr>
          <p:cNvPr id="6" name="Picture 5" descr="7,172 Newspaper Ad Stock Photos, High ..." hidden="1">
            <a:extLst>
              <a:ext uri="{FF2B5EF4-FFF2-40B4-BE49-F238E27FC236}">
                <a16:creationId xmlns:a16="http://schemas.microsoft.com/office/drawing/2014/main" id="{F8FCADA1-D341-C366-B401-70DFACE78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D58709-E18C-E463-4206-B809FCACB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482947"/>
              </p:ext>
            </p:extLst>
          </p:nvPr>
        </p:nvGraphicFramePr>
        <p:xfrm>
          <a:off x="0" y="0"/>
          <a:ext cx="12191998" cy="692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750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59498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43394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br>
                        <a:rPr lang="hi-IN" dirty="0"/>
                      </a:b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367F10-14FF-2B57-0655-C4B0CA1301B4}"/>
              </a:ext>
            </a:extLst>
          </p:cNvPr>
          <p:cNvSpPr txBox="1"/>
          <p:nvPr/>
        </p:nvSpPr>
        <p:spPr>
          <a:xfrm>
            <a:off x="5391148" y="69272"/>
            <a:ext cx="14097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SKIT</a:t>
            </a:r>
            <a:endParaRPr lang="en-IN" sz="4400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BC66726-93B1-3778-0B99-1EBFF48A8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87109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170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4813-0FD1-2311-36F3-3C023480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 hidden="1">
            <a:extLst>
              <a:ext uri="{FF2B5EF4-FFF2-40B4-BE49-F238E27FC236}">
                <a16:creationId xmlns:a16="http://schemas.microsoft.com/office/drawing/2014/main" id="{C6CFDAC4-70D3-B061-A776-4E0E74195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ahoot! and Formative | USU" hidden="1">
            <a:extLst>
              <a:ext uri="{FF2B5EF4-FFF2-40B4-BE49-F238E27FC236}">
                <a16:creationId xmlns:a16="http://schemas.microsoft.com/office/drawing/2014/main" id="{DF1266CF-35A3-1ABD-ACC6-BB55CCEF0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2282"/>
          </a:xfrm>
          <a:prstGeom prst="rect">
            <a:avLst/>
          </a:prstGeom>
        </p:spPr>
      </p:pic>
      <p:pic>
        <p:nvPicPr>
          <p:cNvPr id="5" name="Picture 4" hidden="1">
            <a:extLst>
              <a:ext uri="{FF2B5EF4-FFF2-40B4-BE49-F238E27FC236}">
                <a16:creationId xmlns:a16="http://schemas.microsoft.com/office/drawing/2014/main" id="{A86AA024-1423-CADF-D47A-C24FBC482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2000" cy="6920345"/>
          </a:xfrm>
          <a:prstGeom prst="rect">
            <a:avLst/>
          </a:prstGeom>
        </p:spPr>
      </p:pic>
      <p:pic>
        <p:nvPicPr>
          <p:cNvPr id="7" name="Picture 6" descr="How to Make a Skit: 13 Steps (with ...">
            <a:extLst>
              <a:ext uri="{FF2B5EF4-FFF2-40B4-BE49-F238E27FC236}">
                <a16:creationId xmlns:a16="http://schemas.microsoft.com/office/drawing/2014/main" id="{0C40C8C6-F96B-58BF-7042-E042AAA7E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76828"/>
            <a:ext cx="12192000" cy="6843518"/>
          </a:xfrm>
          <a:prstGeom prst="rect">
            <a:avLst/>
          </a:prstGeom>
        </p:spPr>
      </p:pic>
      <p:pic>
        <p:nvPicPr>
          <p:cNvPr id="6" name="Picture 5" descr="7,172 Newspaper Ad Stock Photos, High ..." hidden="1">
            <a:extLst>
              <a:ext uri="{FF2B5EF4-FFF2-40B4-BE49-F238E27FC236}">
                <a16:creationId xmlns:a16="http://schemas.microsoft.com/office/drawing/2014/main" id="{2754E396-1DCA-910F-4AF0-9FD71361E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pic>
        <p:nvPicPr>
          <p:cNvPr id="9" name="Picture 8" descr="A man giving a speech in front of a ...">
            <a:extLst>
              <a:ext uri="{FF2B5EF4-FFF2-40B4-BE49-F238E27FC236}">
                <a16:creationId xmlns:a16="http://schemas.microsoft.com/office/drawing/2014/main" id="{89D44402-350E-BFB7-F1F0-750C9332F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2197321" cy="699717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DAD301-0497-3CB3-AAD1-E990D375DC9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1998" cy="692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750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59498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43394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br>
                        <a:rPr lang="hi-IN" dirty="0"/>
                      </a:b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C0BE336-0AF1-4FC3-2C6E-8EB2519B6C97}"/>
              </a:ext>
            </a:extLst>
          </p:cNvPr>
          <p:cNvSpPr txBox="1"/>
          <p:nvPr/>
        </p:nvSpPr>
        <p:spPr>
          <a:xfrm>
            <a:off x="5113191" y="256938"/>
            <a:ext cx="3240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SPEECH</a:t>
            </a:r>
            <a:endParaRPr lang="en-IN" sz="4400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F69A152-EFC2-0831-4576-23CF320C5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87109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910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42A97-2F5B-77C6-E73B-D3019D22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 hidden="1">
            <a:extLst>
              <a:ext uri="{FF2B5EF4-FFF2-40B4-BE49-F238E27FC236}">
                <a16:creationId xmlns:a16="http://schemas.microsoft.com/office/drawing/2014/main" id="{DBCFFD19-3C98-DDCA-E318-EE1712690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ahoot! and Formative | USU" hidden="1">
            <a:extLst>
              <a:ext uri="{FF2B5EF4-FFF2-40B4-BE49-F238E27FC236}">
                <a16:creationId xmlns:a16="http://schemas.microsoft.com/office/drawing/2014/main" id="{8550B25C-00F4-083F-411D-F2008D947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2282"/>
          </a:xfrm>
          <a:prstGeom prst="rect">
            <a:avLst/>
          </a:prstGeom>
        </p:spPr>
      </p:pic>
      <p:pic>
        <p:nvPicPr>
          <p:cNvPr id="5" name="Picture 4" hidden="1">
            <a:extLst>
              <a:ext uri="{FF2B5EF4-FFF2-40B4-BE49-F238E27FC236}">
                <a16:creationId xmlns:a16="http://schemas.microsoft.com/office/drawing/2014/main" id="{854BE73F-3DC5-223C-7A51-8DFC5A9E4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2000" cy="6920345"/>
          </a:xfrm>
          <a:prstGeom prst="rect">
            <a:avLst/>
          </a:prstGeom>
        </p:spPr>
      </p:pic>
      <p:pic>
        <p:nvPicPr>
          <p:cNvPr id="7" name="Picture 6" descr="How to Make a Skit: 13 Steps (with ...">
            <a:extLst>
              <a:ext uri="{FF2B5EF4-FFF2-40B4-BE49-F238E27FC236}">
                <a16:creationId xmlns:a16="http://schemas.microsoft.com/office/drawing/2014/main" id="{8099B74A-3E68-372F-85E6-455DE6F51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76828"/>
            <a:ext cx="12192000" cy="6843518"/>
          </a:xfrm>
          <a:prstGeom prst="rect">
            <a:avLst/>
          </a:prstGeom>
        </p:spPr>
      </p:pic>
      <p:pic>
        <p:nvPicPr>
          <p:cNvPr id="6" name="Picture 5" descr="7,172 Newspaper Ad Stock Photos, High ..." hidden="1">
            <a:extLst>
              <a:ext uri="{FF2B5EF4-FFF2-40B4-BE49-F238E27FC236}">
                <a16:creationId xmlns:a16="http://schemas.microsoft.com/office/drawing/2014/main" id="{6458C135-B459-5D1B-2E93-3C825AAEBD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pic>
        <p:nvPicPr>
          <p:cNvPr id="9" name="Picture 8" descr="A man giving a speech in front of a ...">
            <a:extLst>
              <a:ext uri="{FF2B5EF4-FFF2-40B4-BE49-F238E27FC236}">
                <a16:creationId xmlns:a16="http://schemas.microsoft.com/office/drawing/2014/main" id="{DB0534DA-FB3C-0F39-4F7F-ACF41EFCE7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2197321" cy="699717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B2E0DC-1C15-F83B-132B-4C2CF96C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94636"/>
              </p:ext>
            </p:extLst>
          </p:nvPr>
        </p:nvGraphicFramePr>
        <p:xfrm>
          <a:off x="0" y="0"/>
          <a:ext cx="12191998" cy="692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750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59498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43394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br>
                        <a:rPr lang="hi-IN" dirty="0"/>
                      </a:b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C1F567D-3B8A-9EFB-E603-1683147514D1}"/>
              </a:ext>
            </a:extLst>
          </p:cNvPr>
          <p:cNvSpPr txBox="1"/>
          <p:nvPr/>
        </p:nvSpPr>
        <p:spPr>
          <a:xfrm>
            <a:off x="4475882" y="76828"/>
            <a:ext cx="32402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TEACHER’S TALK</a:t>
            </a:r>
            <a:endParaRPr lang="en-IN" sz="4400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1564175-2580-6D63-D745-2AE9AED52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87109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305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FB77-93E4-4DF0-D547-10F33C1C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rning prayers Template | PosterMyWall" hidden="1">
            <a:extLst>
              <a:ext uri="{FF2B5EF4-FFF2-40B4-BE49-F238E27FC236}">
                <a16:creationId xmlns:a16="http://schemas.microsoft.com/office/drawing/2014/main" id="{A4A6C8AD-C118-E009-993C-B4601761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ahoot! and Formative | USU" hidden="1">
            <a:extLst>
              <a:ext uri="{FF2B5EF4-FFF2-40B4-BE49-F238E27FC236}">
                <a16:creationId xmlns:a16="http://schemas.microsoft.com/office/drawing/2014/main" id="{025EBD66-BAE5-3437-F124-B4EE2C81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2282"/>
          </a:xfrm>
          <a:prstGeom prst="rect">
            <a:avLst/>
          </a:prstGeom>
        </p:spPr>
      </p:pic>
      <p:pic>
        <p:nvPicPr>
          <p:cNvPr id="5" name="Picture 4" hidden="1">
            <a:extLst>
              <a:ext uri="{FF2B5EF4-FFF2-40B4-BE49-F238E27FC236}">
                <a16:creationId xmlns:a16="http://schemas.microsoft.com/office/drawing/2014/main" id="{B39FA996-B11C-DBC6-42B6-7A44C3CEE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12192000" cy="6920345"/>
          </a:xfrm>
          <a:prstGeom prst="rect">
            <a:avLst/>
          </a:prstGeom>
        </p:spPr>
      </p:pic>
      <p:pic>
        <p:nvPicPr>
          <p:cNvPr id="7" name="Picture 6" descr="How to Make a Skit: 13 Steps (with ...">
            <a:extLst>
              <a:ext uri="{FF2B5EF4-FFF2-40B4-BE49-F238E27FC236}">
                <a16:creationId xmlns:a16="http://schemas.microsoft.com/office/drawing/2014/main" id="{B5B56FAB-943D-002D-1975-6E26FA1C4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76828"/>
            <a:ext cx="12192000" cy="6843518"/>
          </a:xfrm>
          <a:prstGeom prst="rect">
            <a:avLst/>
          </a:prstGeom>
        </p:spPr>
      </p:pic>
      <p:pic>
        <p:nvPicPr>
          <p:cNvPr id="6" name="Picture 5" descr="7,172 Newspaper Ad Stock Photos, High ..." hidden="1">
            <a:extLst>
              <a:ext uri="{FF2B5EF4-FFF2-40B4-BE49-F238E27FC236}">
                <a16:creationId xmlns:a16="http://schemas.microsoft.com/office/drawing/2014/main" id="{169EA94E-2580-9416-54C2-0D9F74B2C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" y="0"/>
            <a:ext cx="12191998" cy="6858000"/>
          </a:xfrm>
          <a:prstGeom prst="rect">
            <a:avLst/>
          </a:prstGeom>
        </p:spPr>
      </p:pic>
      <p:pic>
        <p:nvPicPr>
          <p:cNvPr id="9" name="Picture 8" descr="A man giving a speech in front of a ...">
            <a:extLst>
              <a:ext uri="{FF2B5EF4-FFF2-40B4-BE49-F238E27FC236}">
                <a16:creationId xmlns:a16="http://schemas.microsoft.com/office/drawing/2014/main" id="{288A5F73-5BD6-6CB6-6CD1-5D4195BE4D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2197321" cy="6997172"/>
          </a:xfrm>
          <a:prstGeom prst="rect">
            <a:avLst/>
          </a:prstGeom>
        </p:spPr>
      </p:pic>
      <p:pic>
        <p:nvPicPr>
          <p:cNvPr id="10" name="Picture 9" descr="Patriotic India Stock Photos, Images ...">
            <a:extLst>
              <a:ext uri="{FF2B5EF4-FFF2-40B4-BE49-F238E27FC236}">
                <a16:creationId xmlns:a16="http://schemas.microsoft.com/office/drawing/2014/main" id="{F78BA500-ADE3-6D53-BB95-DC8D18C166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323" y="-1"/>
            <a:ext cx="12278064" cy="699717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6BF502-584C-37E4-13EA-7D2B7383E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377806"/>
              </p:ext>
            </p:extLst>
          </p:nvPr>
        </p:nvGraphicFramePr>
        <p:xfrm>
          <a:off x="0" y="0"/>
          <a:ext cx="12191998" cy="692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750">
                  <a:extLst>
                    <a:ext uri="{9D8B030D-6E8A-4147-A177-3AD203B41FA5}">
                      <a16:colId xmlns:a16="http://schemas.microsoft.com/office/drawing/2014/main" val="188817141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51458262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426383966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186650512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1006397393"/>
                    </a:ext>
                  </a:extLst>
                </a:gridCol>
                <a:gridCol w="1738750">
                  <a:extLst>
                    <a:ext uri="{9D8B030D-6E8A-4147-A177-3AD203B41FA5}">
                      <a16:colId xmlns:a16="http://schemas.microsoft.com/office/drawing/2014/main" val="3353408902"/>
                    </a:ext>
                  </a:extLst>
                </a:gridCol>
                <a:gridCol w="1759498">
                  <a:extLst>
                    <a:ext uri="{9D8B030D-6E8A-4147-A177-3AD203B41FA5}">
                      <a16:colId xmlns:a16="http://schemas.microsoft.com/office/drawing/2014/main" val="1863171830"/>
                    </a:ext>
                  </a:extLst>
                </a:gridCol>
              </a:tblGrid>
              <a:tr h="143394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59673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884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36992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br>
                        <a:rPr lang="hi-IN" dirty="0"/>
                      </a:b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49066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42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753233-A5A7-7F72-D99D-60DFD0C6F34D}"/>
              </a:ext>
            </a:extLst>
          </p:cNvPr>
          <p:cNvSpPr txBox="1"/>
          <p:nvPr/>
        </p:nvSpPr>
        <p:spPr>
          <a:xfrm>
            <a:off x="4475882" y="76828"/>
            <a:ext cx="32402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NATIONAL ANTHEM</a:t>
            </a:r>
            <a:endParaRPr lang="en-IN" sz="4400" b="1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4E532FF-F10B-B75C-96B2-975DB27E9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87109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000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46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Samarkan</vt:lpstr>
      <vt:lpstr>Office Theme</vt:lpstr>
      <vt:lpstr>Morning Assembly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Sharma</dc:creator>
  <cp:lastModifiedBy>Praveen Sharma</cp:lastModifiedBy>
  <cp:revision>1</cp:revision>
  <dcterms:created xsi:type="dcterms:W3CDTF">2026-04-29T13:21:18Z</dcterms:created>
  <dcterms:modified xsi:type="dcterms:W3CDTF">2026-04-30T01:38:09Z</dcterms:modified>
</cp:coreProperties>
</file>